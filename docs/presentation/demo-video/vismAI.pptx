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018AC6-70D0-41A4-9BAD-7B74E3413827}" type="datetimeFigureOut">
              <a:rPr lang="en-IN" smtClean="0"/>
              <a:t>06-10-2026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A8371C-B158-46E7-875E-A597C735B21C}" type="slidenum">
              <a:rPr lang="en-IN" smtClean="0"/>
              <a:t>‹#›</a:t>
            </a:fld>
            <a:endParaRPr lang="en-IN"/>
          </a:p>
        </p:txBody>
      </p:sp>
    </p:spTree>
    <p:extLst>
      <p:ext uri="{BB962C8B-B14F-4D97-AF65-F5344CB8AC3E}">
        <p14:creationId xmlns:p14="http://schemas.microsoft.com/office/powerpoint/2010/main" val="512469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VISMAY (about 95 seconds, including 33 seconds of audio)</a:t>
            </a:r>
          </a:p>
          <a:p>
            <a:endParaRPr lang="en-US"/>
          </a:p>
          <a:p>
            <a:r>
              <a:rPr lang="en-US"/>
              <a:t>Good evening. We are team vismAI, and our project is whospoke: speaker-attributed transcription, meaning who spoke what, and when, in noisy Hindi–English conversations.</a:t>
            </a:r>
          </a:p>
          <a:p>
            <a:endParaRPr lang="en-US"/>
          </a:p>
          <a:p>
            <a:r>
              <a:rPr lang="en-US"/>
              <a:t>Here are eighteen seconds of one of our test conversations: two speakers overlapping, with market noise behind them. On screen: whospoke's speaker timeline and transcript, from the audio alone.</a:t>
            </a:r>
          </a:p>
          <a:p>
            <a:endParaRPr lang="en-US"/>
          </a:p>
          <a:p>
            <a:r>
              <a:rPr lang="en-US"/>
              <a:t>[CLICK THE BIG VIDEO. Let it play to the end, about 18 seconds. Say nothing.]</a:t>
            </a:r>
          </a:p>
          <a:p>
            <a:endParaRPr lang="en-US"/>
          </a:p>
          <a:p>
            <a:r>
              <a:rPr lang="en-US"/>
              <a:t>The pipeline is the proposal's four milestones, and each of us owned one. I built separation, using Conv-TasNet, a neural network that splits a recording into one track per speaker. This is the part of that clip where both of them talk at once, separated.</a:t>
            </a:r>
          </a:p>
          <a:p>
            <a:endParaRPr lang="en-US"/>
          </a:p>
          <a:p>
            <a:r>
              <a:rPr lang="en-US"/>
              <a:t>[CLICK "Speaker A". Let it play, about 7 seconds.]</a:t>
            </a:r>
          </a:p>
          <a:p>
            <a:r>
              <a:rPr lang="en-US"/>
              <a:t>[CLICK "Speaker B". Let it play, about 7 seconds.]</a:t>
            </a:r>
          </a:p>
          <a:p>
            <a:endParaRPr lang="en-US"/>
          </a:p>
          <a:p>
            <a:r>
              <a:rPr lang="en-US"/>
              <a:t>Darshan built diarization, which uses speaker embeddings and our own clustering to work out who is speaking when. Abhinav built transcription, with AI4Bharat's IndicConformer and a Hinglish romaniser. Shrivaths built the report, with Airavata, a 7-billion-parameter Hindi LLM, running 4-bit on a laptop GPU.</a:t>
            </a:r>
          </a:p>
          <a:p>
            <a:endParaRPr lang="en-US"/>
          </a:p>
          <a:p>
            <a:r>
              <a:rPr lang="en-US"/>
              <a:t>Our main design choice is the order: diarize the original audio first, and separate only where voices overlap. Darshan will show you why.</a:t>
            </a:r>
          </a:p>
          <a:p>
            <a:endParaRPr lang="en-US"/>
          </a:p>
          <a:p>
            <a:r>
              <a:rPr lang="en-US"/>
              <a:t>[NEXT SLIDE. Hand over to Darshan.]</a:t>
            </a:r>
            <a:endParaRPr lang="en-IN"/>
          </a:p>
        </p:txBody>
      </p:sp>
      <p:sp>
        <p:nvSpPr>
          <p:cNvPr id="4" name="Slide Number Placeholder 3"/>
          <p:cNvSpPr>
            <a:spLocks noGrp="1"/>
          </p:cNvSpPr>
          <p:nvPr>
            <p:ph type="sldNum" sz="quarter" idx="5"/>
          </p:nvPr>
        </p:nvSpPr>
        <p:spPr/>
        <p:txBody>
          <a:bodyPr/>
          <a:lstStyle/>
          <a:p>
            <a:fld id="{56A8371C-B158-46E7-875E-A597C735B21C}" type="slidenum">
              <a:rPr lang="en-IN" smtClean="0"/>
              <a:t>1</a:t>
            </a:fld>
            <a:endParaRPr lang="en-IN"/>
          </a:p>
        </p:txBody>
      </p:sp>
    </p:spTree>
    <p:extLst>
      <p:ext uri="{BB962C8B-B14F-4D97-AF65-F5344CB8AC3E}">
        <p14:creationId xmlns:p14="http://schemas.microsoft.com/office/powerpoint/2010/main" val="281062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DARSHAN (about 80 seconds)</a:t>
            </a:r>
          </a:p>
          <a:p>
            <a:endParaRPr lang="en-US"/>
          </a:p>
          <a:p>
            <a:r>
              <a:rPr lang="en-US"/>
              <a:t>Thanks, Vismay. Everything here is measured on a held-out test set: 72 conversations, 83 minutes, built from real conversational Hindi and real village and market noise.</a:t>
            </a:r>
          </a:p>
          <a:p>
            <a:endParaRPr lang="en-US"/>
          </a:p>
          <a:p>
            <a:r>
              <a:rPr lang="en-US"/>
              <a:t>Our main metric is cpWER, from the CHiME-6 challenge. A word counts as wrong if it is misheard, or if it is given to the wrong speaker.</a:t>
            </a:r>
          </a:p>
          <a:p>
            <a:endParaRPr lang="en-US"/>
          </a:p>
          <a:p>
            <a:r>
              <a:rPr lang="en-US"/>
              <a:t>[Point to the bars, top to bottom.]</a:t>
            </a:r>
          </a:p>
          <a:p>
            <a:r>
              <a:rPr lang="en-US"/>
              <a:t>The ASR alone, on clean voices with the true speaker timeline: 17.7 percent. Add noise and overlap: 29.7. Replace the true timeline with our diarization: 49.5.</a:t>
            </a:r>
          </a:p>
          <a:p>
            <a:endParaRPr lang="en-US"/>
          </a:p>
          <a:p>
            <a:r>
              <a:rPr lang="en-US"/>
              <a:t>So diarization adds about 20 points, the largest share. Our clustering, spectral and GMM as the proposal asks, is implemented from scratch, and its diarization error, 20.3 percent, is within the confidence interval of pyannote 3.1, the standard tool.</a:t>
            </a:r>
          </a:p>
          <a:p>
            <a:endParaRPr lang="en-US"/>
          </a:p>
          <a:p>
            <a:r>
              <a:rPr lang="en-US"/>
              <a:t>[Point to the grey bar.]</a:t>
            </a:r>
          </a:p>
          <a:p>
            <a:r>
              <a:rPr lang="en-US"/>
              <a:t>And diarization works best on the original audio. On separated audio its error rises from 20 to 26 percent, so the proposal's order, separating everything first, ends at 55.8. Ours makes 11 percent fewer errors, and wins in 50 of the 72 conversations.</a:t>
            </a:r>
          </a:p>
          <a:p>
            <a:endParaRPr lang="en-US"/>
          </a:p>
          <a:p>
            <a:r>
              <a:rPr lang="en-US"/>
              <a:t>[Point to the M1 and M3 cards.]</a:t>
            </a:r>
          </a:p>
          <a:p>
            <a:r>
              <a:rPr lang="en-US"/>
              <a:t>Per stage: separation gains 9.6 dB SI-SDR where voices overlap, and IndicConformer gets 21 percent word error on real-world Hindi, against 38 for IndicWav2Vec, the proposal's alternative.</a:t>
            </a:r>
          </a:p>
          <a:p>
            <a:endParaRPr lang="en-US"/>
          </a:p>
          <a:p>
            <a:r>
              <a:rPr lang="en-US"/>
              <a:t>[NEXT SLIDE.]</a:t>
            </a:r>
            <a:endParaRPr lang="en-IN"/>
          </a:p>
        </p:txBody>
      </p:sp>
      <p:sp>
        <p:nvSpPr>
          <p:cNvPr id="4" name="Slide Number Placeholder 3"/>
          <p:cNvSpPr>
            <a:spLocks noGrp="1"/>
          </p:cNvSpPr>
          <p:nvPr>
            <p:ph type="sldNum" sz="quarter" idx="5"/>
          </p:nvPr>
        </p:nvSpPr>
        <p:spPr/>
        <p:txBody>
          <a:bodyPr/>
          <a:lstStyle/>
          <a:p>
            <a:fld id="{56A8371C-B158-46E7-875E-A597C735B21C}" type="slidenum">
              <a:rPr lang="en-IN" smtClean="0"/>
              <a:t>2</a:t>
            </a:fld>
            <a:endParaRPr lang="en-IN"/>
          </a:p>
        </p:txBody>
      </p:sp>
    </p:spTree>
    <p:extLst>
      <p:ext uri="{BB962C8B-B14F-4D97-AF65-F5344CB8AC3E}">
        <p14:creationId xmlns:p14="http://schemas.microsoft.com/office/powerpoint/2010/main" val="3201397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DARSHAN (about 60 seconds)</a:t>
            </a:r>
          </a:p>
          <a:p>
            <a:endParaRPr lang="en-US"/>
          </a:p>
          <a:p>
            <a:r>
              <a:rPr lang="en-US"/>
              <a:t>Finally, the report. Airavata, AI4Bharat's 7-billion-parameter Hindi LLM, runs locally and writes a summary, keywords and an English translation of every line, like these.</a:t>
            </a:r>
          </a:p>
          <a:p>
            <a:endParaRPr lang="en-US"/>
          </a:p>
          <a:p>
            <a:r>
              <a:rPr lang="en-US"/>
              <a:t>We learned three things.</a:t>
            </a:r>
          </a:p>
          <a:p>
            <a:r>
              <a:rPr lang="en-US"/>
              <a:t>First, it never touches who spoke or when. Its JSON output has no speaker or time fields; those are copied from diarization.</a:t>
            </a:r>
          </a:p>
          <a:p>
            <a:r>
              <a:rPr lang="en-US"/>
              <a:t>Second, its repair of the transcript does not help. It adds 0.9 points of cpWER, so the ASR transcript stays the record.</a:t>
            </a:r>
          </a:p>
          <a:p>
            <a:r>
              <a:rPr lang="en-US"/>
              <a:t>Third, errors cascade. From the true transcript, 99 percent of its keywords were really said. From real ASR output, 60.</a:t>
            </a:r>
          </a:p>
          <a:p>
            <a:endParaRPr lang="en-US"/>
          </a:p>
          <a:p>
            <a:r>
              <a:rPr lang="en-US"/>
              <a:t>Where next: who-spoke-when is the largest share of the error, mostly speaker confusion, so first we fine-tune the speaker embeddings on Hindi conversations. Then a larger LLM for action items, which came out empty in all 252 reports, and separation retrained on Indian voices and noise.</a:t>
            </a:r>
          </a:p>
          <a:p>
            <a:endParaRPr lang="en-US"/>
          </a:p>
          <a:p>
            <a:r>
              <a:rPr lang="en-US"/>
              <a:t>All of it runs with one command, from a recording to a report. Thank you.</a:t>
            </a:r>
            <a:endParaRPr lang="en-IN"/>
          </a:p>
        </p:txBody>
      </p:sp>
      <p:sp>
        <p:nvSpPr>
          <p:cNvPr id="4" name="Slide Number Placeholder 3"/>
          <p:cNvSpPr>
            <a:spLocks noGrp="1"/>
          </p:cNvSpPr>
          <p:nvPr>
            <p:ph type="sldNum" sz="quarter" idx="5"/>
          </p:nvPr>
        </p:nvSpPr>
        <p:spPr/>
        <p:txBody>
          <a:bodyPr/>
          <a:lstStyle/>
          <a:p>
            <a:fld id="{56A8371C-B158-46E7-875E-A597C735B21C}" type="slidenum">
              <a:rPr lang="en-IN" smtClean="0"/>
              <a:t>3</a:t>
            </a:fld>
            <a:endParaRPr lang="en-IN"/>
          </a:p>
        </p:txBody>
      </p:sp>
    </p:spTree>
    <p:extLst>
      <p:ext uri="{BB962C8B-B14F-4D97-AF65-F5344CB8AC3E}">
        <p14:creationId xmlns:p14="http://schemas.microsoft.com/office/powerpoint/2010/main" val="2563102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EEC66-9D7A-3252-A8EF-EB4139EDDA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6CE0748-2557-3101-C346-BA19E6E429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969BD70-A145-2914-3277-FB9B322128F0}"/>
              </a:ext>
            </a:extLst>
          </p:cNvPr>
          <p:cNvSpPr>
            <a:spLocks noGrp="1"/>
          </p:cNvSpPr>
          <p:nvPr>
            <p:ph type="dt" sz="half" idx="10"/>
          </p:nvPr>
        </p:nvSpPr>
        <p:spPr/>
        <p:txBody>
          <a:bodyPr/>
          <a:lstStyle/>
          <a:p>
            <a:fld id="{26DEB3F5-1D81-45CE-B966-2EA7FBFB46A1}" type="datetimeFigureOut">
              <a:rPr lang="en-IN" smtClean="0"/>
              <a:t>06-10-2026</a:t>
            </a:fld>
            <a:endParaRPr lang="en-IN"/>
          </a:p>
        </p:txBody>
      </p:sp>
      <p:sp>
        <p:nvSpPr>
          <p:cNvPr id="5" name="Footer Placeholder 4">
            <a:extLst>
              <a:ext uri="{FF2B5EF4-FFF2-40B4-BE49-F238E27FC236}">
                <a16:creationId xmlns:a16="http://schemas.microsoft.com/office/drawing/2014/main" id="{16D2B81C-7F0E-56A4-E877-179DB87214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A0732F-95C8-CFE9-0C19-2752FD5895AE}"/>
              </a:ext>
            </a:extLst>
          </p:cNvPr>
          <p:cNvSpPr>
            <a:spLocks noGrp="1"/>
          </p:cNvSpPr>
          <p:nvPr>
            <p:ph type="sldNum" sz="quarter" idx="12"/>
          </p:nvPr>
        </p:nvSpPr>
        <p:spPr/>
        <p:txBody>
          <a:bodyPr/>
          <a:lstStyle/>
          <a:p>
            <a:fld id="{FBE766DB-49A9-4BB9-B6BF-DBD573B73D03}" type="slidenum">
              <a:rPr lang="en-IN" smtClean="0"/>
              <a:t>‹#›</a:t>
            </a:fld>
            <a:endParaRPr lang="en-IN"/>
          </a:p>
        </p:txBody>
      </p:sp>
    </p:spTree>
    <p:extLst>
      <p:ext uri="{BB962C8B-B14F-4D97-AF65-F5344CB8AC3E}">
        <p14:creationId xmlns:p14="http://schemas.microsoft.com/office/powerpoint/2010/main" val="399461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9DCA7-32B7-057D-0786-EFF1249728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A78C92-BD7D-4144-8A73-6D6D90C1F7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F8CB63-87E6-1B6A-3C77-2D6002A090F1}"/>
              </a:ext>
            </a:extLst>
          </p:cNvPr>
          <p:cNvSpPr>
            <a:spLocks noGrp="1"/>
          </p:cNvSpPr>
          <p:nvPr>
            <p:ph type="dt" sz="half" idx="10"/>
          </p:nvPr>
        </p:nvSpPr>
        <p:spPr/>
        <p:txBody>
          <a:bodyPr/>
          <a:lstStyle/>
          <a:p>
            <a:fld id="{26DEB3F5-1D81-45CE-B966-2EA7FBFB46A1}" type="datetimeFigureOut">
              <a:rPr lang="en-IN" smtClean="0"/>
              <a:t>06-10-2026</a:t>
            </a:fld>
            <a:endParaRPr lang="en-IN"/>
          </a:p>
        </p:txBody>
      </p:sp>
      <p:sp>
        <p:nvSpPr>
          <p:cNvPr id="5" name="Footer Placeholder 4">
            <a:extLst>
              <a:ext uri="{FF2B5EF4-FFF2-40B4-BE49-F238E27FC236}">
                <a16:creationId xmlns:a16="http://schemas.microsoft.com/office/drawing/2014/main" id="{3C7C237A-0B19-40C1-574A-B2C657A352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0A4373-BAEA-3805-593A-4D7073B8CB10}"/>
              </a:ext>
            </a:extLst>
          </p:cNvPr>
          <p:cNvSpPr>
            <a:spLocks noGrp="1"/>
          </p:cNvSpPr>
          <p:nvPr>
            <p:ph type="sldNum" sz="quarter" idx="12"/>
          </p:nvPr>
        </p:nvSpPr>
        <p:spPr/>
        <p:txBody>
          <a:bodyPr/>
          <a:lstStyle/>
          <a:p>
            <a:fld id="{FBE766DB-49A9-4BB9-B6BF-DBD573B73D03}" type="slidenum">
              <a:rPr lang="en-IN" smtClean="0"/>
              <a:t>‹#›</a:t>
            </a:fld>
            <a:endParaRPr lang="en-IN"/>
          </a:p>
        </p:txBody>
      </p:sp>
    </p:spTree>
    <p:extLst>
      <p:ext uri="{BB962C8B-B14F-4D97-AF65-F5344CB8AC3E}">
        <p14:creationId xmlns:p14="http://schemas.microsoft.com/office/powerpoint/2010/main" val="2043290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E20DC-1137-A0E6-3225-DF3577BA66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BD91A8-8EE9-CD0D-AE39-7AC0085D2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38B348-D1D7-78EE-0CBB-29B45BF4820A}"/>
              </a:ext>
            </a:extLst>
          </p:cNvPr>
          <p:cNvSpPr>
            <a:spLocks noGrp="1"/>
          </p:cNvSpPr>
          <p:nvPr>
            <p:ph type="dt" sz="half" idx="10"/>
          </p:nvPr>
        </p:nvSpPr>
        <p:spPr/>
        <p:txBody>
          <a:bodyPr/>
          <a:lstStyle/>
          <a:p>
            <a:fld id="{26DEB3F5-1D81-45CE-B966-2EA7FBFB46A1}" type="datetimeFigureOut">
              <a:rPr lang="en-IN" smtClean="0"/>
              <a:t>06-10-2026</a:t>
            </a:fld>
            <a:endParaRPr lang="en-IN"/>
          </a:p>
        </p:txBody>
      </p:sp>
      <p:sp>
        <p:nvSpPr>
          <p:cNvPr id="5" name="Footer Placeholder 4">
            <a:extLst>
              <a:ext uri="{FF2B5EF4-FFF2-40B4-BE49-F238E27FC236}">
                <a16:creationId xmlns:a16="http://schemas.microsoft.com/office/drawing/2014/main" id="{41AE52A8-1AEB-E663-0BCF-2000329D2C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7A6C54-2FC4-0B04-E433-F20AB0B16798}"/>
              </a:ext>
            </a:extLst>
          </p:cNvPr>
          <p:cNvSpPr>
            <a:spLocks noGrp="1"/>
          </p:cNvSpPr>
          <p:nvPr>
            <p:ph type="sldNum" sz="quarter" idx="12"/>
          </p:nvPr>
        </p:nvSpPr>
        <p:spPr/>
        <p:txBody>
          <a:bodyPr/>
          <a:lstStyle/>
          <a:p>
            <a:fld id="{FBE766DB-49A9-4BB9-B6BF-DBD573B73D03}" type="slidenum">
              <a:rPr lang="en-IN" smtClean="0"/>
              <a:t>‹#›</a:t>
            </a:fld>
            <a:endParaRPr lang="en-IN"/>
          </a:p>
        </p:txBody>
      </p:sp>
    </p:spTree>
    <p:extLst>
      <p:ext uri="{BB962C8B-B14F-4D97-AF65-F5344CB8AC3E}">
        <p14:creationId xmlns:p14="http://schemas.microsoft.com/office/powerpoint/2010/main" val="1745018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A4604-2106-F016-7C10-F4781E237B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3002E4-44DD-5CB4-0232-094F920257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C6FABA1-C866-D5C4-4510-D9909F7374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C78A0EA-3F10-5ECB-CE61-4446B9849092}"/>
              </a:ext>
            </a:extLst>
          </p:cNvPr>
          <p:cNvSpPr>
            <a:spLocks noGrp="1"/>
          </p:cNvSpPr>
          <p:nvPr>
            <p:ph type="dt" sz="half" idx="10"/>
          </p:nvPr>
        </p:nvSpPr>
        <p:spPr/>
        <p:txBody>
          <a:bodyPr/>
          <a:lstStyle/>
          <a:p>
            <a:fld id="{26DEB3F5-1D81-45CE-B966-2EA7FBFB46A1}" type="datetimeFigureOut">
              <a:rPr lang="en-IN" smtClean="0"/>
              <a:t>06-10-2026</a:t>
            </a:fld>
            <a:endParaRPr lang="en-IN"/>
          </a:p>
        </p:txBody>
      </p:sp>
      <p:sp>
        <p:nvSpPr>
          <p:cNvPr id="6" name="Footer Placeholder 5">
            <a:extLst>
              <a:ext uri="{FF2B5EF4-FFF2-40B4-BE49-F238E27FC236}">
                <a16:creationId xmlns:a16="http://schemas.microsoft.com/office/drawing/2014/main" id="{617636D3-ED3E-D8AB-4852-173E2F5E8C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AA0E2C-CB00-57A7-37E5-B423E76A4C58}"/>
              </a:ext>
            </a:extLst>
          </p:cNvPr>
          <p:cNvSpPr>
            <a:spLocks noGrp="1"/>
          </p:cNvSpPr>
          <p:nvPr>
            <p:ph type="sldNum" sz="quarter" idx="12"/>
          </p:nvPr>
        </p:nvSpPr>
        <p:spPr/>
        <p:txBody>
          <a:bodyPr/>
          <a:lstStyle/>
          <a:p>
            <a:fld id="{FBE766DB-49A9-4BB9-B6BF-DBD573B73D03}" type="slidenum">
              <a:rPr lang="en-IN" smtClean="0"/>
              <a:t>‹#›</a:t>
            </a:fld>
            <a:endParaRPr lang="en-IN"/>
          </a:p>
        </p:txBody>
      </p:sp>
    </p:spTree>
    <p:extLst>
      <p:ext uri="{BB962C8B-B14F-4D97-AF65-F5344CB8AC3E}">
        <p14:creationId xmlns:p14="http://schemas.microsoft.com/office/powerpoint/2010/main" val="1391370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F453F-6AAC-29C8-DEBC-F565713D83C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0A87C8-2C00-D895-1243-B4504501CC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E19356-45DC-A093-620A-68BF8496C1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61DF656-FE55-8AAE-BE58-03534F22F6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0EFA4D-3505-B99A-D034-BFAE1EFA7A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29DD775-1C56-9D20-9847-4AF64B068445}"/>
              </a:ext>
            </a:extLst>
          </p:cNvPr>
          <p:cNvSpPr>
            <a:spLocks noGrp="1"/>
          </p:cNvSpPr>
          <p:nvPr>
            <p:ph type="dt" sz="half" idx="10"/>
          </p:nvPr>
        </p:nvSpPr>
        <p:spPr/>
        <p:txBody>
          <a:bodyPr/>
          <a:lstStyle/>
          <a:p>
            <a:fld id="{26DEB3F5-1D81-45CE-B966-2EA7FBFB46A1}" type="datetimeFigureOut">
              <a:rPr lang="en-IN" smtClean="0"/>
              <a:t>06-10-2026</a:t>
            </a:fld>
            <a:endParaRPr lang="en-IN"/>
          </a:p>
        </p:txBody>
      </p:sp>
      <p:sp>
        <p:nvSpPr>
          <p:cNvPr id="8" name="Footer Placeholder 7">
            <a:extLst>
              <a:ext uri="{FF2B5EF4-FFF2-40B4-BE49-F238E27FC236}">
                <a16:creationId xmlns:a16="http://schemas.microsoft.com/office/drawing/2014/main" id="{3596A7C6-0246-C742-3977-477FCD789F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33E255E-CC47-37C0-D742-7CD5B2DC4C7A}"/>
              </a:ext>
            </a:extLst>
          </p:cNvPr>
          <p:cNvSpPr>
            <a:spLocks noGrp="1"/>
          </p:cNvSpPr>
          <p:nvPr>
            <p:ph type="sldNum" sz="quarter" idx="12"/>
          </p:nvPr>
        </p:nvSpPr>
        <p:spPr/>
        <p:txBody>
          <a:bodyPr/>
          <a:lstStyle/>
          <a:p>
            <a:fld id="{FBE766DB-49A9-4BB9-B6BF-DBD573B73D03}" type="slidenum">
              <a:rPr lang="en-IN" smtClean="0"/>
              <a:t>‹#›</a:t>
            </a:fld>
            <a:endParaRPr lang="en-IN"/>
          </a:p>
        </p:txBody>
      </p:sp>
    </p:spTree>
    <p:extLst>
      <p:ext uri="{BB962C8B-B14F-4D97-AF65-F5344CB8AC3E}">
        <p14:creationId xmlns:p14="http://schemas.microsoft.com/office/powerpoint/2010/main" val="359934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B6CC7-44CE-1748-CF55-75AAC8FB870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2EBCBD-A8B1-4A5B-06BD-8BA15DC9B62E}"/>
              </a:ext>
            </a:extLst>
          </p:cNvPr>
          <p:cNvSpPr>
            <a:spLocks noGrp="1"/>
          </p:cNvSpPr>
          <p:nvPr>
            <p:ph type="dt" sz="half" idx="10"/>
          </p:nvPr>
        </p:nvSpPr>
        <p:spPr/>
        <p:txBody>
          <a:bodyPr/>
          <a:lstStyle/>
          <a:p>
            <a:fld id="{26DEB3F5-1D81-45CE-B966-2EA7FBFB46A1}" type="datetimeFigureOut">
              <a:rPr lang="en-IN" smtClean="0"/>
              <a:t>06-10-2026</a:t>
            </a:fld>
            <a:endParaRPr lang="en-IN"/>
          </a:p>
        </p:txBody>
      </p:sp>
      <p:sp>
        <p:nvSpPr>
          <p:cNvPr id="4" name="Footer Placeholder 3">
            <a:extLst>
              <a:ext uri="{FF2B5EF4-FFF2-40B4-BE49-F238E27FC236}">
                <a16:creationId xmlns:a16="http://schemas.microsoft.com/office/drawing/2014/main" id="{E91EA1A8-1206-9B99-D61D-37FC5D095A3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73A6DD9-EE84-932F-030C-E704AEDA4CC8}"/>
              </a:ext>
            </a:extLst>
          </p:cNvPr>
          <p:cNvSpPr>
            <a:spLocks noGrp="1"/>
          </p:cNvSpPr>
          <p:nvPr>
            <p:ph type="sldNum" sz="quarter" idx="12"/>
          </p:nvPr>
        </p:nvSpPr>
        <p:spPr/>
        <p:txBody>
          <a:bodyPr/>
          <a:lstStyle/>
          <a:p>
            <a:fld id="{FBE766DB-49A9-4BB9-B6BF-DBD573B73D03}" type="slidenum">
              <a:rPr lang="en-IN" smtClean="0"/>
              <a:t>‹#›</a:t>
            </a:fld>
            <a:endParaRPr lang="en-IN"/>
          </a:p>
        </p:txBody>
      </p:sp>
    </p:spTree>
    <p:extLst>
      <p:ext uri="{BB962C8B-B14F-4D97-AF65-F5344CB8AC3E}">
        <p14:creationId xmlns:p14="http://schemas.microsoft.com/office/powerpoint/2010/main" val="1968580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E92A3F-03D5-D86B-28AF-17385667A467}"/>
              </a:ext>
            </a:extLst>
          </p:cNvPr>
          <p:cNvSpPr>
            <a:spLocks noGrp="1"/>
          </p:cNvSpPr>
          <p:nvPr>
            <p:ph type="dt" sz="half" idx="10"/>
          </p:nvPr>
        </p:nvSpPr>
        <p:spPr/>
        <p:txBody>
          <a:bodyPr/>
          <a:lstStyle/>
          <a:p>
            <a:fld id="{26DEB3F5-1D81-45CE-B966-2EA7FBFB46A1}" type="datetimeFigureOut">
              <a:rPr lang="en-IN" smtClean="0"/>
              <a:t>06-10-2026</a:t>
            </a:fld>
            <a:endParaRPr lang="en-IN"/>
          </a:p>
        </p:txBody>
      </p:sp>
      <p:sp>
        <p:nvSpPr>
          <p:cNvPr id="3" name="Footer Placeholder 2">
            <a:extLst>
              <a:ext uri="{FF2B5EF4-FFF2-40B4-BE49-F238E27FC236}">
                <a16:creationId xmlns:a16="http://schemas.microsoft.com/office/drawing/2014/main" id="{ECAB6EED-7830-D376-1A30-E2958B72B60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10F412E-1154-510C-8DEB-FFBAE77BFA61}"/>
              </a:ext>
            </a:extLst>
          </p:cNvPr>
          <p:cNvSpPr>
            <a:spLocks noGrp="1"/>
          </p:cNvSpPr>
          <p:nvPr>
            <p:ph type="sldNum" sz="quarter" idx="12"/>
          </p:nvPr>
        </p:nvSpPr>
        <p:spPr/>
        <p:txBody>
          <a:bodyPr/>
          <a:lstStyle/>
          <a:p>
            <a:fld id="{FBE766DB-49A9-4BB9-B6BF-DBD573B73D03}" type="slidenum">
              <a:rPr lang="en-IN" smtClean="0"/>
              <a:t>‹#›</a:t>
            </a:fld>
            <a:endParaRPr lang="en-IN"/>
          </a:p>
        </p:txBody>
      </p:sp>
    </p:spTree>
    <p:extLst>
      <p:ext uri="{BB962C8B-B14F-4D97-AF65-F5344CB8AC3E}">
        <p14:creationId xmlns:p14="http://schemas.microsoft.com/office/powerpoint/2010/main" val="19308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B9A70-4B61-3ED4-9D3D-86DD882ABC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56BC87E-B81A-8A57-275B-CD38E36F47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235A1A-013B-56AD-C256-834834B2CB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C4B2CE-F0E1-E934-0D29-446FAEC72100}"/>
              </a:ext>
            </a:extLst>
          </p:cNvPr>
          <p:cNvSpPr>
            <a:spLocks noGrp="1"/>
          </p:cNvSpPr>
          <p:nvPr>
            <p:ph type="dt" sz="half" idx="10"/>
          </p:nvPr>
        </p:nvSpPr>
        <p:spPr/>
        <p:txBody>
          <a:bodyPr/>
          <a:lstStyle/>
          <a:p>
            <a:fld id="{26DEB3F5-1D81-45CE-B966-2EA7FBFB46A1}" type="datetimeFigureOut">
              <a:rPr lang="en-IN" smtClean="0"/>
              <a:t>06-10-2026</a:t>
            </a:fld>
            <a:endParaRPr lang="en-IN"/>
          </a:p>
        </p:txBody>
      </p:sp>
      <p:sp>
        <p:nvSpPr>
          <p:cNvPr id="6" name="Footer Placeholder 5">
            <a:extLst>
              <a:ext uri="{FF2B5EF4-FFF2-40B4-BE49-F238E27FC236}">
                <a16:creationId xmlns:a16="http://schemas.microsoft.com/office/drawing/2014/main" id="{E1E1ED50-DD6C-D90C-5C8B-53C1713084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839A53-84B8-9D43-2819-96F551AB2713}"/>
              </a:ext>
            </a:extLst>
          </p:cNvPr>
          <p:cNvSpPr>
            <a:spLocks noGrp="1"/>
          </p:cNvSpPr>
          <p:nvPr>
            <p:ph type="sldNum" sz="quarter" idx="12"/>
          </p:nvPr>
        </p:nvSpPr>
        <p:spPr/>
        <p:txBody>
          <a:bodyPr/>
          <a:lstStyle/>
          <a:p>
            <a:fld id="{FBE766DB-49A9-4BB9-B6BF-DBD573B73D03}" type="slidenum">
              <a:rPr lang="en-IN" smtClean="0"/>
              <a:t>‹#›</a:t>
            </a:fld>
            <a:endParaRPr lang="en-IN"/>
          </a:p>
        </p:txBody>
      </p:sp>
    </p:spTree>
    <p:extLst>
      <p:ext uri="{BB962C8B-B14F-4D97-AF65-F5344CB8AC3E}">
        <p14:creationId xmlns:p14="http://schemas.microsoft.com/office/powerpoint/2010/main" val="465622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3D3F0-8A59-57AC-7A46-1610492D6E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15685C4-E820-D80B-2959-26A912F23EC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C750CC2-375E-0D15-33AA-94EAEB3E7A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DAAF0B-EADE-3D01-2BBD-36651688389B}"/>
              </a:ext>
            </a:extLst>
          </p:cNvPr>
          <p:cNvSpPr>
            <a:spLocks noGrp="1"/>
          </p:cNvSpPr>
          <p:nvPr>
            <p:ph type="dt" sz="half" idx="10"/>
          </p:nvPr>
        </p:nvSpPr>
        <p:spPr/>
        <p:txBody>
          <a:bodyPr/>
          <a:lstStyle/>
          <a:p>
            <a:fld id="{26DEB3F5-1D81-45CE-B966-2EA7FBFB46A1}" type="datetimeFigureOut">
              <a:rPr lang="en-IN" smtClean="0"/>
              <a:t>06-10-2026</a:t>
            </a:fld>
            <a:endParaRPr lang="en-IN"/>
          </a:p>
        </p:txBody>
      </p:sp>
      <p:sp>
        <p:nvSpPr>
          <p:cNvPr id="6" name="Footer Placeholder 5">
            <a:extLst>
              <a:ext uri="{FF2B5EF4-FFF2-40B4-BE49-F238E27FC236}">
                <a16:creationId xmlns:a16="http://schemas.microsoft.com/office/drawing/2014/main" id="{9470B576-AFDD-A744-3AD8-2B67E25584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C1D9FF-ED1C-B126-1F03-537C09ABCAAD}"/>
              </a:ext>
            </a:extLst>
          </p:cNvPr>
          <p:cNvSpPr>
            <a:spLocks noGrp="1"/>
          </p:cNvSpPr>
          <p:nvPr>
            <p:ph type="sldNum" sz="quarter" idx="12"/>
          </p:nvPr>
        </p:nvSpPr>
        <p:spPr/>
        <p:txBody>
          <a:bodyPr/>
          <a:lstStyle/>
          <a:p>
            <a:fld id="{FBE766DB-49A9-4BB9-B6BF-DBD573B73D03}" type="slidenum">
              <a:rPr lang="en-IN" smtClean="0"/>
              <a:t>‹#›</a:t>
            </a:fld>
            <a:endParaRPr lang="en-IN"/>
          </a:p>
        </p:txBody>
      </p:sp>
    </p:spTree>
    <p:extLst>
      <p:ext uri="{BB962C8B-B14F-4D97-AF65-F5344CB8AC3E}">
        <p14:creationId xmlns:p14="http://schemas.microsoft.com/office/powerpoint/2010/main" val="16350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B1C81-3FF3-C0D6-A5DD-4542AB484F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2F9A8D-E2BE-EBB6-BCA5-23DE3AB05D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38060B-94AE-059E-B0F8-17963F1FA7E9}"/>
              </a:ext>
            </a:extLst>
          </p:cNvPr>
          <p:cNvSpPr>
            <a:spLocks noGrp="1"/>
          </p:cNvSpPr>
          <p:nvPr>
            <p:ph type="dt" sz="half" idx="10"/>
          </p:nvPr>
        </p:nvSpPr>
        <p:spPr/>
        <p:txBody>
          <a:bodyPr/>
          <a:lstStyle/>
          <a:p>
            <a:fld id="{26DEB3F5-1D81-45CE-B966-2EA7FBFB46A1}" type="datetimeFigureOut">
              <a:rPr lang="en-IN" smtClean="0"/>
              <a:t>06-10-2026</a:t>
            </a:fld>
            <a:endParaRPr lang="en-IN"/>
          </a:p>
        </p:txBody>
      </p:sp>
      <p:sp>
        <p:nvSpPr>
          <p:cNvPr id="5" name="Footer Placeholder 4">
            <a:extLst>
              <a:ext uri="{FF2B5EF4-FFF2-40B4-BE49-F238E27FC236}">
                <a16:creationId xmlns:a16="http://schemas.microsoft.com/office/drawing/2014/main" id="{7964FC53-6D39-7D05-6984-4ABEDDCC55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5B73B5-ADB0-E970-E139-0DC667F36D95}"/>
              </a:ext>
            </a:extLst>
          </p:cNvPr>
          <p:cNvSpPr>
            <a:spLocks noGrp="1"/>
          </p:cNvSpPr>
          <p:nvPr>
            <p:ph type="sldNum" sz="quarter" idx="12"/>
          </p:nvPr>
        </p:nvSpPr>
        <p:spPr/>
        <p:txBody>
          <a:bodyPr/>
          <a:lstStyle/>
          <a:p>
            <a:fld id="{FBE766DB-49A9-4BB9-B6BF-DBD573B73D03}" type="slidenum">
              <a:rPr lang="en-IN" smtClean="0"/>
              <a:t>‹#›</a:t>
            </a:fld>
            <a:endParaRPr lang="en-IN"/>
          </a:p>
        </p:txBody>
      </p:sp>
    </p:spTree>
    <p:extLst>
      <p:ext uri="{BB962C8B-B14F-4D97-AF65-F5344CB8AC3E}">
        <p14:creationId xmlns:p14="http://schemas.microsoft.com/office/powerpoint/2010/main" val="3048435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399367-1AC1-3FD0-99FE-D418DCE696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AB281A-93F9-996E-911B-E17D5DB50A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2444D8-C3BF-1E85-1A3E-CE2068610329}"/>
              </a:ext>
            </a:extLst>
          </p:cNvPr>
          <p:cNvSpPr>
            <a:spLocks noGrp="1"/>
          </p:cNvSpPr>
          <p:nvPr>
            <p:ph type="dt" sz="half" idx="10"/>
          </p:nvPr>
        </p:nvSpPr>
        <p:spPr/>
        <p:txBody>
          <a:bodyPr/>
          <a:lstStyle/>
          <a:p>
            <a:fld id="{26DEB3F5-1D81-45CE-B966-2EA7FBFB46A1}" type="datetimeFigureOut">
              <a:rPr lang="en-IN" smtClean="0"/>
              <a:t>06-10-2026</a:t>
            </a:fld>
            <a:endParaRPr lang="en-IN"/>
          </a:p>
        </p:txBody>
      </p:sp>
      <p:sp>
        <p:nvSpPr>
          <p:cNvPr id="5" name="Footer Placeholder 4">
            <a:extLst>
              <a:ext uri="{FF2B5EF4-FFF2-40B4-BE49-F238E27FC236}">
                <a16:creationId xmlns:a16="http://schemas.microsoft.com/office/drawing/2014/main" id="{91DD77AB-5D80-7A6E-9436-49191035E6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047E37-AF5B-01E7-2C1E-569D6B386A12}"/>
              </a:ext>
            </a:extLst>
          </p:cNvPr>
          <p:cNvSpPr>
            <a:spLocks noGrp="1"/>
          </p:cNvSpPr>
          <p:nvPr>
            <p:ph type="sldNum" sz="quarter" idx="12"/>
          </p:nvPr>
        </p:nvSpPr>
        <p:spPr/>
        <p:txBody>
          <a:bodyPr/>
          <a:lstStyle/>
          <a:p>
            <a:fld id="{FBE766DB-49A9-4BB9-B6BF-DBD573B73D03}" type="slidenum">
              <a:rPr lang="en-IN" smtClean="0"/>
              <a:t>‹#›</a:t>
            </a:fld>
            <a:endParaRPr lang="en-IN"/>
          </a:p>
        </p:txBody>
      </p:sp>
    </p:spTree>
    <p:extLst>
      <p:ext uri="{BB962C8B-B14F-4D97-AF65-F5344CB8AC3E}">
        <p14:creationId xmlns:p14="http://schemas.microsoft.com/office/powerpoint/2010/main" val="3938101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DDC5A6-4DEA-62C0-F21D-AAF95DD2D1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B6DD9B-4916-29F1-A182-D0CE7527A3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355E71-6798-8F5A-B830-A69D847D2A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DEB3F5-1D81-45CE-B966-2EA7FBFB46A1}" type="datetimeFigureOut">
              <a:rPr lang="en-IN" smtClean="0"/>
              <a:t>06-10-2026</a:t>
            </a:fld>
            <a:endParaRPr lang="en-IN"/>
          </a:p>
        </p:txBody>
      </p:sp>
      <p:sp>
        <p:nvSpPr>
          <p:cNvPr id="5" name="Footer Placeholder 4">
            <a:extLst>
              <a:ext uri="{FF2B5EF4-FFF2-40B4-BE49-F238E27FC236}">
                <a16:creationId xmlns:a16="http://schemas.microsoft.com/office/drawing/2014/main" id="{832699FD-D49A-5136-BECF-7B87E3728A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4BBA284-D0C8-E011-4CD3-60F810D206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E766DB-49A9-4BB9-B6BF-DBD573B73D03}" type="slidenum">
              <a:rPr lang="en-IN" smtClean="0"/>
              <a:t>‹#›</a:t>
            </a:fld>
            <a:endParaRPr lang="en-IN"/>
          </a:p>
        </p:txBody>
      </p:sp>
    </p:spTree>
    <p:extLst>
      <p:ext uri="{BB962C8B-B14F-4D97-AF65-F5344CB8AC3E}">
        <p14:creationId xmlns:p14="http://schemas.microsoft.com/office/powerpoint/2010/main" val="956998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microsoft.com/office/2007/relationships/media" Target="../media/media2.mp4"/><Relationship Id="rId7" Type="http://schemas.openxmlformats.org/officeDocument/2006/relationships/slideLayout" Target="../slideLayouts/slideLayout7.xml"/><Relationship Id="rId12"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video" Target="../media/media3.mp4"/><Relationship Id="rId11" Type="http://schemas.openxmlformats.org/officeDocument/2006/relationships/image" Target="../media/image3.png"/><Relationship Id="rId5" Type="http://schemas.microsoft.com/office/2007/relationships/media" Target="../media/media3.mp4"/><Relationship Id="rId10" Type="http://schemas.openxmlformats.org/officeDocument/2006/relationships/image" Target="../media/image2.png"/><Relationship Id="rId4" Type="http://schemas.openxmlformats.org/officeDocument/2006/relationships/video" Target="../media/media2.mp4"/><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5B7183-D2A5-CC29-A1C8-CAABFB6D0933}"/>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whospoke_demo.mp4">
            <a:hlinkClick r:id="" action="ppaction://media"/>
            <a:extLst>
              <a:ext uri="{FF2B5EF4-FFF2-40B4-BE49-F238E27FC236}">
                <a16:creationId xmlns:a16="http://schemas.microsoft.com/office/drawing/2014/main" id="{40A87662-1C60-883C-7C97-363E13D608D7}"/>
              </a:ext>
            </a:extLst>
          </p:cNvPr>
          <p:cNvPicPr>
            <a:picLocks noChangeAspect="1"/>
          </p:cNvPicPr>
          <p:nvPr>
            <a:videoFile r:link="rId2"/>
            <p:extLst>
              <p:ext uri="{DAA4B4D4-6D71-4841-9C94-3DE7FCFB9230}">
                <p14:media xmlns:p14="http://schemas.microsoft.com/office/powerpoint/2010/main" r:embed="rId1"/>
              </p:ext>
            </p:extLst>
          </p:nvPr>
        </p:nvPicPr>
        <p:blipFill>
          <a:blip r:embed="rId10"/>
          <a:stretch>
            <a:fillRect/>
          </a:stretch>
        </p:blipFill>
        <p:spPr>
          <a:xfrm>
            <a:off x="5283200" y="844550"/>
            <a:ext cx="6096000" cy="3429000"/>
          </a:xfrm>
          <a:prstGeom prst="rect">
            <a:avLst/>
          </a:prstGeom>
        </p:spPr>
      </p:pic>
      <p:pic>
        <p:nvPicPr>
          <p:cNvPr id="5" name="speaker_a.mp4">
            <a:hlinkClick r:id="" action="ppaction://media"/>
            <a:extLst>
              <a:ext uri="{FF2B5EF4-FFF2-40B4-BE49-F238E27FC236}">
                <a16:creationId xmlns:a16="http://schemas.microsoft.com/office/drawing/2014/main" id="{AC763E53-2B45-8CBA-2CAE-E39219D20C8E}"/>
              </a:ext>
            </a:extLst>
          </p:cNvPr>
          <p:cNvPicPr>
            <a:picLocks noChangeAspect="1"/>
          </p:cNvPicPr>
          <p:nvPr>
            <a:videoFile r:link="rId4"/>
            <p:extLst>
              <p:ext uri="{DAA4B4D4-6D71-4841-9C94-3DE7FCFB9230}">
                <p14:media xmlns:p14="http://schemas.microsoft.com/office/powerpoint/2010/main" r:embed="rId3"/>
              </p:ext>
            </p:extLst>
          </p:nvPr>
        </p:nvPicPr>
        <p:blipFill>
          <a:blip r:embed="rId11"/>
          <a:stretch>
            <a:fillRect/>
          </a:stretch>
        </p:blipFill>
        <p:spPr>
          <a:xfrm>
            <a:off x="5283201" y="4870451"/>
            <a:ext cx="2992371" cy="844550"/>
          </a:xfrm>
          <a:prstGeom prst="rect">
            <a:avLst/>
          </a:prstGeom>
        </p:spPr>
      </p:pic>
      <p:pic>
        <p:nvPicPr>
          <p:cNvPr id="6" name="speaker_b.mp4">
            <a:hlinkClick r:id="" action="ppaction://media"/>
            <a:extLst>
              <a:ext uri="{FF2B5EF4-FFF2-40B4-BE49-F238E27FC236}">
                <a16:creationId xmlns:a16="http://schemas.microsoft.com/office/drawing/2014/main" id="{90ECBC0F-BCD5-99E5-0A26-B79174DC790B}"/>
              </a:ext>
            </a:extLst>
          </p:cNvPr>
          <p:cNvPicPr>
            <a:picLocks noChangeAspect="1"/>
          </p:cNvPicPr>
          <p:nvPr>
            <a:videoFile r:link="rId6"/>
            <p:extLst>
              <p:ext uri="{DAA4B4D4-6D71-4841-9C94-3DE7FCFB9230}">
                <p14:media xmlns:p14="http://schemas.microsoft.com/office/powerpoint/2010/main" r:embed="rId5"/>
              </p:ext>
            </p:extLst>
          </p:nvPr>
        </p:nvPicPr>
        <p:blipFill>
          <a:blip r:embed="rId12"/>
          <a:stretch>
            <a:fillRect/>
          </a:stretch>
        </p:blipFill>
        <p:spPr>
          <a:xfrm>
            <a:off x="8382001" y="4870451"/>
            <a:ext cx="2992371" cy="844550"/>
          </a:xfrm>
          <a:prstGeom prst="rect">
            <a:avLst/>
          </a:prstGeom>
        </p:spPr>
      </p:pic>
    </p:spTree>
    <p:extLst>
      <p:ext uri="{BB962C8B-B14F-4D97-AF65-F5344CB8AC3E}">
        <p14:creationId xmlns:p14="http://schemas.microsoft.com/office/powerpoint/2010/main" val="208019220"/>
      </p:ext>
    </p:extLst>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10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video>
              <p:cMediaNode vol="100000">
                <p:cTn id="13" fill="hold" display="0">
                  <p:stCondLst>
                    <p:cond delay="indefinite"/>
                  </p:stCondLst>
                </p:cTn>
                <p:tgtEl>
                  <p:spTgt spid="5"/>
                </p:tgtEl>
              </p:cMediaNode>
            </p:video>
            <p:seq concurrent="1" nextAc="seek">
              <p:cTn id="14" restart="whenNotActive" fill="hold" evtFilter="cancelBubble" nodeType="interactiveSeq">
                <p:stCondLst>
                  <p:cond evt="onClick" delay="0">
                    <p:tgtEl>
                      <p:spTgt spid="6"/>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6"/>
                                        </p:tgtEl>
                                      </p:cBhvr>
                                    </p:cmd>
                                  </p:childTnLst>
                                </p:cTn>
                              </p:par>
                            </p:childTnLst>
                          </p:cTn>
                        </p:par>
                      </p:childTnLst>
                    </p:cTn>
                  </p:par>
                </p:childTnLst>
              </p:cTn>
              <p:nextCondLst>
                <p:cond evt="onClick" delay="0">
                  <p:tgtEl>
                    <p:spTgt spid="6"/>
                  </p:tgtEl>
                </p:cond>
              </p:nextCondLst>
            </p:seq>
            <p:video>
              <p:cMediaNode vol="100000">
                <p:cTn id="19" fill="hold" display="0">
                  <p:stCondLst>
                    <p:cond delay="indefinite"/>
                  </p:stCondLst>
                </p:cTn>
                <p:tgtEl>
                  <p:spTgt spid="6"/>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11B9A4-96A3-76C4-990B-CA37F3887C3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08051300"/>
      </p:ext>
    </p:extLst>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74080C-D743-2CA7-7FAB-91F851D1958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21712448"/>
      </p:ext>
    </p:extLst>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723</Words>
  <Application>Microsoft Office PowerPoint</Application>
  <PresentationFormat>Custom</PresentationFormat>
  <Paragraphs>51</Paragraphs>
  <Slides>3</Slides>
  <Notes>3</Notes>
  <HiddenSlides>0</HiddenSlides>
  <MMClips>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Darshan Rajagoli</dc:creator>
  <cp:lastModifiedBy>Darshan Rajagoli</cp:lastModifiedBy>
  <cp:revision>1</cp:revision>
  <dcterms:created xsi:type="dcterms:W3CDTF">2026-10-06T08:38:23Z</dcterms:created>
  <dcterms:modified xsi:type="dcterms:W3CDTF">2026-10-06T08:38:23Z</dcterms:modified>
</cp:coreProperties>
</file>